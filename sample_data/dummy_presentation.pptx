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senior leadership. Presenting the core automated advisory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ingestion decouples completely from memory via the Adapter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Sudarshan Defense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Content Transformation &amp; Threat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System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Multi-format ingestion pipeline (.txt, .pdf, images, .pptx)</a:t>
            </a:r>
          </a:p>
          <a:p>
            <a:r>
              <a:t>Scoped Cognee graph and vector memory isolation</a:t>
            </a:r>
          </a:p>
          <a:p>
            <a:r>
              <a:t>Deterministic CrewAI transformation 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 Stack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pypdf, python-pptx, Gemini Vision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Cognee, AccessContext scopes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